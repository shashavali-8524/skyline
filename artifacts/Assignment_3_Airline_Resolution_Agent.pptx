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SkyResolve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500">
                <a:solidFill>
                  <a:srgbClr val="233048"/>
                </a:solidFill>
              </a:defRPr>
            </a:pPr>
            <a:r>
              <a:t>Auditable airline-disruption resolution</a:t>
            </a:r>
          </a:p>
          <a:p>
            <a:pPr>
              <a:spcAft>
                <a:spcPts val="1400"/>
              </a:spcAft>
              <a:defRPr sz="2500">
                <a:solidFill>
                  <a:srgbClr val="233048"/>
                </a:solidFill>
              </a:defRPr>
            </a:pPr>
            <a:r>
              <a:t>Assignment 3 · Customer-Facing Resolution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Customer journey &amp;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Understand intent and emotion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Ask only necessary questions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Recommend or simulate the correct next action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Escalate when authority is missing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Preserve the conversation and action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Grounded data, strict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3 supplied customers · 4 supplied segments · 5 policy rules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Exercise date: Wednesday, 23 September 2026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No invented flights, seats, hotels, payment instruments, or compensation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Sample conversations guide tone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Production-shaped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Streamlit UI  →  Agent orchestrator  →  Structured AI classification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↓ Customer + booking context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Deterministic policy engine  →  Guarded mocked tools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SQLite decisions, actions, escalation, audit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Agent orchestration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1. Retrieve supplied customer and disruption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2. Classify intent, entities, sentiment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3. Route legal/formal complaints immediately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4. Verify every candidate action against policy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5. Invoke only authorized simulated tools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6. Generate a grounded response and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AI layer with safe fallback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Live Groq model when configured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Structured, validated intents + entities + sentiment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Customer text treated as untrusted data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LLM never decides eligibility or invokes tools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No key / malformed output / timeout → labeled offline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Policy &amp;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Typed ALLOW · DENY · ESCALATE · ASK decisions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Original-method refunds only · ₹1,500 waiver authority cap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Delayed-hours hotel only · no extra loyalty compensation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No inventory invention · ownership validation · idempotency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Exact 3h / 5h equality escalates because source is silent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Three scenario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PRIYA · Cancellation choice; cash/different-method refund and upgrade escalate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ARVIND · 4h: meal + lounge; hotel denied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MEHER · 6h: meal + six-hour hotel; full night denied; ₹2,000 waiver escalated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Gold/Platinum add priority rebooking, not compensation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Traceability &amp;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SQLite captures messages, classifications, decisions, tools, actions, escalations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Correlation ID links input → AI → rules → tools → response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CSV audit export in UI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Pytest covers scenarios, authority, ambiguity, ownership, and inventory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All external actions clearly marked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Demo, limits &amp; path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320040"/>
          <a:lstStyle/>
          <a:p>
            <a:pPr algn="ctr"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Demo: select each PNR, run scenario prompt, inspect decisions and trace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Current limits: supplied static data, mocked airline actions, no real inventory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Next: authenticated customer session, airline APIs, human queue, monitoring</a:t>
            </a:r>
          </a:p>
          <a:p>
            <a:pPr>
              <a:spcAft>
                <a:spcPts val="1400"/>
              </a:spcAft>
              <a:defRPr sz="2000">
                <a:solidFill>
                  <a:srgbClr val="233048"/>
                </a:solidFill>
              </a:defRPr>
            </a:pPr>
            <a:r>
              <a:t>Value: empathetic AI experience with deterministic operational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7085"/>
                </a:solidFill>
              </a:defRPr>
            </a:pPr>
            <a:r>
              <a:t>Assignment 3 | Airline Disruption Resolution Agent                              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